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Module 4: Python for Data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69494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Variables • Data Types • Loops • Functions • File Handling • Modules • NumPy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914400"/>
            <a:ext cx="347472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💻 Data Engineering</a:t>
            </a:r>
            <a:br/>
            <a:br/>
            <a:r>
              <a:t>🐍 Python</a:t>
            </a:r>
            <a:br/>
            <a:br/>
            <a:r>
              <a:t>📊 Analytics</a:t>
            </a:r>
            <a:br/>
            <a:br/>
            <a:r>
              <a:t>⚡ Hands-on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Variables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69494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• Store values in memory</a:t>
            </a:r>
            <a:br/>
            <a:r>
              <a:t>• Improve code readability</a:t>
            </a:r>
            <a:br/>
            <a:r>
              <a:t>• Reuse data</a:t>
            </a:r>
            <a:br/>
            <a:br/>
            <a:r>
              <a:t>Example:</a:t>
            </a:r>
            <a:br/>
            <a:r>
              <a:t>name='John'</a:t>
            </a:r>
            <a:br/>
            <a:r>
              <a:t>age=25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914400"/>
            <a:ext cx="347472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💻 Data Engineering</a:t>
            </a:r>
            <a:br/>
            <a:br/>
            <a:r>
              <a:t>🐍 Python</a:t>
            </a:r>
            <a:br/>
            <a:br/>
            <a:r>
              <a:t>📊 Analytics</a:t>
            </a:r>
            <a:br/>
            <a:br/>
            <a:r>
              <a:t>⚡ Hands-on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69494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int</a:t>
            </a:r>
            <a:br/>
            <a:r>
              <a:t>float</a:t>
            </a:r>
            <a:br/>
            <a:r>
              <a:t>str</a:t>
            </a:r>
            <a:br/>
            <a:r>
              <a:t>bool</a:t>
            </a:r>
            <a:br/>
            <a:r>
              <a:t>list</a:t>
            </a:r>
            <a:br/>
            <a:r>
              <a:t>tuple</a:t>
            </a:r>
            <a:br/>
            <a:r>
              <a:t>set</a:t>
            </a:r>
            <a:br/>
            <a:r>
              <a:t>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914400"/>
            <a:ext cx="347472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💻 Data Engineering</a:t>
            </a:r>
            <a:br/>
            <a:br/>
            <a:r>
              <a:t>🐍 Python</a:t>
            </a:r>
            <a:br/>
            <a:br/>
            <a:r>
              <a:t>📊 Analytics</a:t>
            </a:r>
            <a:br/>
            <a:br/>
            <a:r>
              <a:t>⚡ Hands-on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Loops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69494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for loop</a:t>
            </a:r>
            <a:br/>
            <a:r>
              <a:t>while loop</a:t>
            </a:r>
            <a:br/>
            <a:br/>
            <a:r>
              <a:t>Example:</a:t>
            </a:r>
            <a:br/>
            <a:r>
              <a:t>for i in range(5):</a:t>
            </a:r>
            <a:br/>
            <a:r>
              <a:t>    print(i)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914400"/>
            <a:ext cx="347472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💻 Data Engineering</a:t>
            </a:r>
            <a:br/>
            <a:br/>
            <a:r>
              <a:t>🐍 Python</a:t>
            </a:r>
            <a:br/>
            <a:br/>
            <a:r>
              <a:t>📊 Analytics</a:t>
            </a:r>
            <a:br/>
            <a:br/>
            <a:r>
              <a:t>⚡ Hands-on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69494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Reusable block of code</a:t>
            </a:r>
            <a:br/>
            <a:br/>
            <a:r>
              <a:t>Example:</a:t>
            </a:r>
            <a:br/>
            <a:r>
              <a:t>def total(price, qty):</a:t>
            </a:r>
            <a:br/>
            <a:r>
              <a:t>    return price*qty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914400"/>
            <a:ext cx="347472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💻 Data Engineering</a:t>
            </a:r>
            <a:br/>
            <a:br/>
            <a:r>
              <a:t>🐍 Python</a:t>
            </a:r>
            <a:br/>
            <a:br/>
            <a:r>
              <a:t>📊 Analytics</a:t>
            </a:r>
            <a:br/>
            <a:br/>
            <a:r>
              <a:t>⚡ Hands-on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File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69494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Read &amp; Write Files</a:t>
            </a:r>
            <a:br/>
            <a:br/>
            <a:r>
              <a:t>with open('employees.csv') as f:</a:t>
            </a:r>
            <a:br/>
            <a:r>
              <a:t>    print(f.read())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914400"/>
            <a:ext cx="347472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💻 Data Engineering</a:t>
            </a:r>
            <a:br/>
            <a:br/>
            <a:r>
              <a:t>🐍 Python</a:t>
            </a:r>
            <a:br/>
            <a:br/>
            <a:r>
              <a:t>📊 Analytics</a:t>
            </a:r>
            <a:br/>
            <a:br/>
            <a:r>
              <a:t>⚡ Hands-on 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69494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Import reusable libraries</a:t>
            </a:r>
            <a:br/>
            <a:br/>
            <a:r>
              <a:t>math</a:t>
            </a:r>
            <a:br/>
            <a:r>
              <a:t>os</a:t>
            </a:r>
            <a:br/>
            <a:r>
              <a:t>csv</a:t>
            </a:r>
            <a:br/>
            <a:r>
              <a:t>datetime</a:t>
            </a:r>
            <a:br/>
            <a:r>
              <a:t>random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914400"/>
            <a:ext cx="347472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💻 Data Engineering</a:t>
            </a:r>
            <a:br/>
            <a:br/>
            <a:r>
              <a:t>🐍 Python</a:t>
            </a:r>
            <a:br/>
            <a:br/>
            <a:r>
              <a:t>📊 Analytics</a:t>
            </a:r>
            <a:br/>
            <a:br/>
            <a:r>
              <a:t>⚡ Hands-on Lab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 to NumPy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69494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Fast numerical computing</a:t>
            </a:r>
            <a:br/>
            <a:br/>
            <a:r>
              <a:t>import numpy as np</a:t>
            </a:r>
            <a:br/>
            <a:r>
              <a:t>arr=np.array([10,20,30])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914400"/>
            <a:ext cx="347472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💻 Data Engineering</a:t>
            </a:r>
            <a:br/>
            <a:br/>
            <a:r>
              <a:t>🐍 Python</a:t>
            </a:r>
            <a:br/>
            <a:br/>
            <a:r>
              <a:t>📊 Analytics</a:t>
            </a:r>
            <a:br/>
            <a:br/>
            <a:r>
              <a:t>⚡ Hands-on Lab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NumPy?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69494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✓ Fast arrays</a:t>
            </a:r>
            <a:br/>
            <a:r>
              <a:t>✓ Vectorized operations</a:t>
            </a:r>
            <a:br/>
            <a:r>
              <a:t>✓ Memory efficient</a:t>
            </a:r>
            <a:br/>
            <a:r>
              <a:t>✓ Foundation for Pandas &amp; 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914400"/>
            <a:ext cx="347472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💻 Data Engineering</a:t>
            </a:r>
            <a:br/>
            <a:br/>
            <a:r>
              <a:t>🐍 Python</a:t>
            </a:r>
            <a:br/>
            <a:br/>
            <a:r>
              <a:t>📊 Analytics</a:t>
            </a:r>
            <a:br/>
            <a:br/>
            <a:r>
              <a:t>⚡ Hands-on Lab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69494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✔ Variables</a:t>
            </a:r>
            <a:br/>
            <a:r>
              <a:t>✔ Data Types</a:t>
            </a:r>
            <a:br/>
            <a:r>
              <a:t>✔ Loops</a:t>
            </a:r>
            <a:br/>
            <a:r>
              <a:t>✔ Functions</a:t>
            </a:r>
            <a:br/>
            <a:r>
              <a:t>✔ File Handling</a:t>
            </a:r>
            <a:br/>
            <a:r>
              <a:t>✔ Modules</a:t>
            </a:r>
            <a:br/>
            <a:r>
              <a:t>✔ NumPy</a:t>
            </a:r>
            <a:br/>
            <a:br/>
            <a:r>
              <a:t>Next: Pandas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914400"/>
            <a:ext cx="347472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💻 Data Engineering</a:t>
            </a:r>
            <a:br/>
            <a:br/>
            <a:r>
              <a:t>🐍 Python</a:t>
            </a:r>
            <a:br/>
            <a:br/>
            <a:r>
              <a:t>📊 Analytics</a:t>
            </a:r>
            <a:br/>
            <a:br/>
            <a:r>
              <a:t>⚡ Hands-on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