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Module 11: Deep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Neural Networks • CNN • RNN • LSTM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Deep Learning?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• Subset of Machine Learning</a:t>
            </a:r>
            <a:br/>
            <a:r>
              <a:t>• Uses Artificial Neural Networks</a:t>
            </a:r>
            <a:br/>
            <a:r>
              <a:t>• Learns complex patterns from large datasets</a:t>
            </a:r>
            <a:br/>
            <a:r>
              <a:t>• Powers AI applications like vision and speech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Neural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Input Layer</a:t>
            </a:r>
            <a:br/>
            <a:r>
              <a:t>↓</a:t>
            </a:r>
            <a:br/>
            <a:r>
              <a:t>Hidden Layers</a:t>
            </a:r>
            <a:br/>
            <a:r>
              <a:t>↓</a:t>
            </a:r>
            <a:br/>
            <a:r>
              <a:t>Output Layer</a:t>
            </a:r>
            <a:br/>
            <a:br/>
            <a:r>
              <a:t>Each neuron learns patterns using weights and biases.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Hidden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• Extract meaningful features</a:t>
            </a:r>
            <a:br/>
            <a:r>
              <a:t>• More hidden layers = deeper learning</a:t>
            </a:r>
            <a:br/>
            <a:r>
              <a:t>• Enable complex decision 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Activation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• ReLU</a:t>
            </a:r>
            <a:br/>
            <a:r>
              <a:t>• Sigmoid</a:t>
            </a:r>
            <a:br/>
            <a:r>
              <a:t>• Tanh</a:t>
            </a:r>
            <a:br/>
            <a:br/>
            <a:r>
              <a:t>They introduce non-linearity into neural networks.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CNN (Image Recognition)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Best for images.</a:t>
            </a:r>
            <a:br/>
            <a:br/>
            <a:r>
              <a:t>Applications:</a:t>
            </a:r>
            <a:br/>
            <a:r>
              <a:t>• Face Recognition</a:t>
            </a:r>
            <a:br/>
            <a:r>
              <a:t>• Medical Imaging</a:t>
            </a:r>
            <a:br/>
            <a:r>
              <a:t>• Object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RNN (Sequence 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Best for sequential data.</a:t>
            </a:r>
            <a:br/>
            <a:br/>
            <a:r>
              <a:t>Applications:</a:t>
            </a:r>
            <a:br/>
            <a:r>
              <a:t>• Language Translation</a:t>
            </a:r>
            <a:br/>
            <a:r>
              <a:t>• Text Generation</a:t>
            </a:r>
            <a:br/>
            <a:r>
              <a:t>• Speech Recognition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LSTM (Time Series)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Improved RNN for long-term memory.</a:t>
            </a:r>
            <a:br/>
            <a:br/>
            <a:r>
              <a:t>Applications:</a:t>
            </a:r>
            <a:br/>
            <a:r>
              <a:t>• Stock Prediction</a:t>
            </a:r>
            <a:br/>
            <a:r>
              <a:t>• Weather Forecasting</a:t>
            </a:r>
            <a:br/>
            <a:r>
              <a:t>• Sales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Healthcare</a:t>
            </a:r>
            <a:br/>
            <a:r>
              <a:t>Finance</a:t>
            </a:r>
            <a:br/>
            <a:r>
              <a:t>Retail</a:t>
            </a:r>
            <a:br/>
            <a:r>
              <a:t>Manufacturing</a:t>
            </a:r>
            <a:br/>
            <a:r>
              <a:t>Autonomous Vehicles</a:t>
            </a:r>
            <a:br/>
            <a:r>
              <a:t>Recommendation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7498079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82828"/>
                </a:solidFill>
              </a:defRPr>
            </a:pPr>
            <a:r>
              <a:t>✔ Neural Networks</a:t>
            </a:r>
            <a:br/>
            <a:r>
              <a:t>✔ Hidden Layers</a:t>
            </a:r>
            <a:br/>
            <a:r>
              <a:t>✔ Activation Functions</a:t>
            </a:r>
            <a:br/>
            <a:r>
              <a:t>✔ CNN</a:t>
            </a:r>
            <a:br/>
            <a:r>
              <a:t>✔ RNN</a:t>
            </a:r>
            <a:br/>
            <a:r>
              <a:t>✔ LSTM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14400"/>
            <a:ext cx="3291840" cy="53035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🧠 Deep Learning</a:t>
            </a:r>
            <a:br/>
            <a:br/>
            <a:r>
              <a:t>📊 AI Models</a:t>
            </a:r>
            <a:br/>
            <a:br/>
            <a:r>
              <a:t>⚡ Hands-on</a:t>
            </a:r>
            <a:br/>
            <a:br/>
            <a:r>
              <a:t>🚀 Real-world Use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